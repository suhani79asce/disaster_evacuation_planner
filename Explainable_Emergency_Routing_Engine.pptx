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658F89-2A42-0DB8-E7D4-3DFF78D88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90487"/>
            <a:ext cx="15925800" cy="896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579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chiluveri pranavakoti</cp:lastModifiedBy>
  <cp:revision>2</cp:revision>
  <dcterms:created xsi:type="dcterms:W3CDTF">2006-08-16T00:00:00Z</dcterms:created>
  <dcterms:modified xsi:type="dcterms:W3CDTF">2026-10-03T09:52:59Z</dcterms:modified>
</cp:coreProperties>
</file>